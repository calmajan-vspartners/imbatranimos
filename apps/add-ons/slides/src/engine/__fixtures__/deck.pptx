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one: remember to breathe.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four with more words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ImbatranimOS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real deck for brief 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content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Fourth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penultimate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Fifth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